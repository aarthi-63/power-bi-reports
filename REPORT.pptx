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B363-6F8F-AC0B-70F7-F7E7BE0B8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FF9B2-A354-BCDA-EBD8-8AABCE0E2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F4FE8-33B0-AE86-F239-E819E5B7D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995CE-686C-4071-AA55-077FC2652D8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A647F-4CC2-2E3B-47C9-9FC5B93F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4ED88-3DAF-5192-1F90-F2D1CA6C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4F76-A8DE-499A-95AA-5DDAE3731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9C0B6-0C15-E2C4-8CAA-DCB0367B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62D4-B7D3-0BB6-FEA3-EC6E7D115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65E5A-742E-DA70-6C84-15F4F057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995CE-686C-4071-AA55-077FC2652D8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5FE44-7867-B08C-0385-692F8007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3F8B8-2D9D-06A0-05C0-76BC9A96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4F76-A8DE-499A-95AA-5DDAE3731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763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E04A4-92BF-0FA8-75B8-A6EB7472B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2B273-761C-B3C9-D7CF-8912F1FA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7978B-3AB3-B1EE-F72B-E917C5CF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995CE-686C-4071-AA55-077FC2652D8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E8BF7-508A-6C2A-9448-F9FB3CD2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B6FF6-4C5C-DB5C-EBF1-A70285E1E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4F76-A8DE-499A-95AA-5DDAE3731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052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DB40-C336-5ACC-A02B-27164FD0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2964F-7699-522A-13A9-C211E5F77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80EFC-3813-EE3B-AFBC-6A4233ADA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6DA16-A860-684E-FDFF-E99AA2E88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995CE-686C-4071-AA55-077FC2652D8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B3057-4FE4-7A73-19FF-09648B403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39BA2-69F2-D600-0F9F-0FFF2EB7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4F76-A8DE-499A-95AA-5DDAE3731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00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6338-BAA8-FA00-17D7-26AE80478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F950E-C57E-C62A-B604-FE81B04A2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526C6-3B53-16AD-DC5F-063ACE6EA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A16EB-15B4-177B-4168-DBF75916B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4F287B-946E-C41B-D504-3A523A5027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EDAE1-EBBD-B044-46E2-B4DA8DDF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995CE-686C-4071-AA55-077FC2652D8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C7626-E64F-F6FF-CFA2-D7F95B36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E3B2E9-66AC-BC11-B3BB-AFAE166A4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4F76-A8DE-499A-95AA-5DDAE3731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691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6682-8427-1126-B6BE-DB3AEB20E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45FD6-A839-9770-0C14-375B3C44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995CE-686C-4071-AA55-077FC2652D8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B2B20-58A3-8FB5-C9AD-1F0EBAF4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78A33-D977-53F2-BD66-9B006FCF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4F76-A8DE-499A-95AA-5DDAE3731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56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73FE2-0CC7-C03C-A90A-BE10201D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995CE-686C-4071-AA55-077FC2652D8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7BC2D3-D47D-AE6D-784D-9F25A63E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DF802-EFE4-54F8-9CAD-52403EC0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4F76-A8DE-499A-95AA-5DDAE3731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621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5C2CF-F39D-CFC1-F312-10B66F42D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65EE2-0BD5-5422-EDDF-11979A445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12701-FF63-2AA3-5BA2-6F1C35DDD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B09CE-E6C7-3F23-897D-A50873354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995CE-686C-4071-AA55-077FC2652D8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3405C-29A0-D12B-575A-ABD6F2EB2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D1E7E-BB26-D0CD-3A52-896AD087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4F76-A8DE-499A-95AA-5DDAE3731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441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215D-EEB6-D509-D808-B36A0C4AC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2D5C5-858B-F799-76FB-05C727023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14CC2-076A-0D0F-A5A1-67FC0FB6B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6BBC6-7D4F-D08B-31BD-92F2D3A26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995CE-686C-4071-AA55-077FC2652D8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0A2AD-DF1C-A4D3-34A3-E0630B76A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ED31B-EC39-CF3C-5350-B6E0430F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4F76-A8DE-499A-95AA-5DDAE3731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933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F57A-1510-708F-B042-93A345576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31AF9-3866-0A45-EE86-7289F3943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7C50A-95AC-711E-CB6B-0C7B1B27E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995CE-686C-4071-AA55-077FC2652D8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F0697-A5AE-A2AE-0D52-665504DD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CB0D9-59C9-BA04-8143-E0F9B4A4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4F76-A8DE-499A-95AA-5DDAE3731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571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AAE5EC-325E-2158-7A67-204421BAD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247E2A-37C4-11A8-D851-986CEEFFF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8F016-B0E8-A8EF-E6E4-140554A5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995CE-686C-4071-AA55-077FC2652D8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929A3-D654-FFDD-2308-F4685BC77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723E4-5E3B-0E5C-BEFC-C96601EB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4F76-A8DE-499A-95AA-5DDAE3731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479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17C261-DF18-6EEF-2AA3-B75091786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47A9D-03A9-679F-777B-A902AD00B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3ED82-B967-1B93-9678-9D9122191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995CE-686C-4071-AA55-077FC2652D8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08CDF-D6C6-C03D-1DD5-1406E5ABD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6F4FD-B7F0-F851-DE43-3D2E8AA15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84F76-A8DE-499A-95AA-5DDAE3731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458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474E-04B5-4220-F69A-48C34ED01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950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UDISE+ EDUCATION 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6E4242-4C1A-BDAC-2D1E-2BD06DE40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1000" y="3433877"/>
            <a:ext cx="3657600" cy="1013505"/>
          </a:xfrm>
        </p:spPr>
        <p:txBody>
          <a:bodyPr>
            <a:normAutofit/>
          </a:bodyPr>
          <a:lstStyle/>
          <a:p>
            <a:pPr algn="l"/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AARTHI KRISHNAN</a:t>
            </a:r>
          </a:p>
          <a:p>
            <a:pPr algn="l"/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aarthiai163@gmail.com</a:t>
            </a:r>
          </a:p>
        </p:txBody>
      </p:sp>
    </p:spTree>
    <p:extLst>
      <p:ext uri="{BB962C8B-B14F-4D97-AF65-F5344CB8AC3E}">
        <p14:creationId xmlns:p14="http://schemas.microsoft.com/office/powerpoint/2010/main" val="2954571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DDEED-E59C-8631-C2D1-ECA57F982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753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9062BB-4725-667D-F593-5D638649C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892628"/>
            <a:ext cx="11315132" cy="573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3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B97D-E029-FDA2-8B41-613CF92AD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6526"/>
            <a:ext cx="10515600" cy="6690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4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DETAIL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D47C66-C04A-AC19-C1CA-642B624B8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" y="805544"/>
            <a:ext cx="11412543" cy="583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4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B44B7-C743-634F-FDFC-8F6421750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7016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4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FACILITY DETAIL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922E59-8B8F-2198-2B53-598873BB5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805543"/>
            <a:ext cx="11393490" cy="584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21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E40A8-8D11-0294-034A-85B634B4C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640"/>
            <a:ext cx="10515600" cy="62547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IN" sz="4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E3D7F-28D2-3C60-E7D9-7ADDA7DF4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751114"/>
            <a:ext cx="11345858" cy="588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678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UDISE+ EDUCATION REPORT</vt:lpstr>
      <vt:lpstr>EDUCATION PAGE</vt:lpstr>
      <vt:lpstr>TEACHER DETAIL PAGE</vt:lpstr>
      <vt:lpstr>FACILITY DETAIL PAGE</vt:lpstr>
      <vt:lpstr>FINAL REPORT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Aarthi Krishnan</dc:creator>
  <cp:lastModifiedBy>Aarthi Krishnan</cp:lastModifiedBy>
  <cp:revision>1</cp:revision>
  <dcterms:created xsi:type="dcterms:W3CDTF">2025-11-21T06:58:26Z</dcterms:created>
  <dcterms:modified xsi:type="dcterms:W3CDTF">2025-11-21T06:58:26Z</dcterms:modified>
</cp:coreProperties>
</file>